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Arial"/>
              </a:defRPr>
            </a:pPr>
            <a: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74320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Arial"/>
              </a:defRPr>
            </a:pPr>
            <a:r>
              <a:rPr dirty="0"/>
              <a:t>Home | About | Contact | Blog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Arial"/>
              </a:defRPr>
            </a:pPr>
            <a:r>
              <a:t>Article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203132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endParaRPr dirty="0"/>
          </a:p>
          <a:p>
            <a:pPr>
              <a:defRPr sz="1200">
                <a:latin typeface="Arial"/>
              </a:defRPr>
            </a:pPr>
            <a:r>
              <a:rPr dirty="0"/>
              <a:t>Lorem ipsum dolor sit </a:t>
            </a:r>
            <a:r>
              <a:rPr dirty="0" err="1"/>
              <a:t>amet</a:t>
            </a:r>
            <a:r>
              <a:rPr dirty="0"/>
              <a:t>, </a:t>
            </a:r>
            <a:r>
              <a:rPr dirty="0" err="1"/>
              <a:t>consectetur</a:t>
            </a:r>
            <a:r>
              <a:rPr dirty="0"/>
              <a:t> </a:t>
            </a:r>
            <a:r>
              <a:rPr dirty="0" err="1"/>
              <a:t>adipiscing</a:t>
            </a:r>
            <a:r>
              <a:rPr dirty="0"/>
              <a:t> </a:t>
            </a:r>
            <a:r>
              <a:rPr dirty="0" err="1"/>
              <a:t>elit</a:t>
            </a:r>
            <a:r>
              <a:rPr dirty="0"/>
              <a:t>. Sed do </a:t>
            </a:r>
            <a:r>
              <a:rPr dirty="0" err="1"/>
              <a:t>eiusmod</a:t>
            </a:r>
            <a:r>
              <a:rPr dirty="0"/>
              <a:t> </a:t>
            </a:r>
            <a:r>
              <a:rPr dirty="0" err="1"/>
              <a:t>tempor</a:t>
            </a:r>
            <a:r>
              <a:rPr dirty="0"/>
              <a:t> </a:t>
            </a:r>
            <a:r>
              <a:rPr dirty="0" err="1"/>
              <a:t>incididunt</a:t>
            </a:r>
            <a:r>
              <a:rPr dirty="0"/>
              <a:t> </a:t>
            </a:r>
            <a:r>
              <a:rPr dirty="0" err="1"/>
              <a:t>ut</a:t>
            </a:r>
            <a:r>
              <a:rPr dirty="0"/>
              <a:t> labore et dolore magna </a:t>
            </a:r>
            <a:r>
              <a:rPr dirty="0" err="1"/>
              <a:t>aliqua</a:t>
            </a:r>
            <a:r>
              <a:rPr dirty="0"/>
              <a:t>. Ut </a:t>
            </a:r>
            <a:r>
              <a:rPr dirty="0" err="1"/>
              <a:t>enim</a:t>
            </a:r>
            <a:r>
              <a:rPr dirty="0"/>
              <a:t> ad minim </a:t>
            </a:r>
            <a:r>
              <a:rPr dirty="0" err="1"/>
              <a:t>veniam</a:t>
            </a:r>
            <a:r>
              <a:rPr dirty="0"/>
              <a:t>, </a:t>
            </a:r>
            <a:r>
              <a:rPr dirty="0" err="1"/>
              <a:t>quis</a:t>
            </a:r>
            <a:r>
              <a:rPr dirty="0"/>
              <a:t> </a:t>
            </a:r>
            <a:r>
              <a:rPr dirty="0" err="1"/>
              <a:t>nostrud</a:t>
            </a:r>
            <a:r>
              <a:rPr dirty="0"/>
              <a:t> exercitation </a:t>
            </a:r>
            <a:r>
              <a:rPr dirty="0" err="1"/>
              <a:t>ullamco</a:t>
            </a:r>
            <a:r>
              <a:rPr dirty="0"/>
              <a:t> </a:t>
            </a:r>
            <a:r>
              <a:rPr dirty="0" err="1"/>
              <a:t>laboris</a:t>
            </a:r>
            <a:r>
              <a:rPr dirty="0"/>
              <a:t> nisi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aliquip</a:t>
            </a:r>
            <a:r>
              <a:rPr dirty="0"/>
              <a:t> ex </a:t>
            </a:r>
            <a:r>
              <a:rPr dirty="0" err="1"/>
              <a:t>ea</a:t>
            </a:r>
            <a:r>
              <a:rPr dirty="0"/>
              <a:t> </a:t>
            </a:r>
            <a:r>
              <a:rPr dirty="0" err="1"/>
              <a:t>commodo</a:t>
            </a:r>
            <a:r>
              <a:rPr dirty="0"/>
              <a:t> </a:t>
            </a:r>
            <a:r>
              <a:rPr dirty="0" err="1"/>
              <a:t>consequat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Duis </a:t>
            </a:r>
            <a:r>
              <a:rPr dirty="0" err="1"/>
              <a:t>aute</a:t>
            </a:r>
            <a:r>
              <a:rPr dirty="0"/>
              <a:t> </a:t>
            </a:r>
            <a:r>
              <a:rPr dirty="0" err="1"/>
              <a:t>irure</a:t>
            </a:r>
            <a:r>
              <a:rPr dirty="0"/>
              <a:t> dolor in </a:t>
            </a:r>
            <a:r>
              <a:rPr dirty="0" err="1"/>
              <a:t>reprehenderit</a:t>
            </a:r>
            <a:r>
              <a:rPr dirty="0"/>
              <a:t> in </a:t>
            </a:r>
            <a:r>
              <a:rPr dirty="0" err="1"/>
              <a:t>voluptate</a:t>
            </a:r>
            <a:r>
              <a:rPr dirty="0"/>
              <a:t> </a:t>
            </a:r>
            <a:r>
              <a:rPr dirty="0" err="1"/>
              <a:t>velit</a:t>
            </a:r>
            <a:r>
              <a:rPr dirty="0"/>
              <a:t> </a:t>
            </a:r>
            <a:r>
              <a:rPr dirty="0" err="1"/>
              <a:t>esse</a:t>
            </a:r>
            <a:r>
              <a:rPr dirty="0"/>
              <a:t> </a:t>
            </a:r>
            <a:r>
              <a:rPr dirty="0" err="1"/>
              <a:t>cillum</a:t>
            </a:r>
            <a:r>
              <a:rPr dirty="0"/>
              <a:t> dolore </a:t>
            </a:r>
            <a:r>
              <a:rPr dirty="0" err="1"/>
              <a:t>eu</a:t>
            </a:r>
            <a:r>
              <a:rPr dirty="0"/>
              <a:t> </a:t>
            </a:r>
            <a:r>
              <a:rPr dirty="0" err="1"/>
              <a:t>fugiat</a:t>
            </a:r>
            <a:r>
              <a:rPr dirty="0"/>
              <a:t> </a:t>
            </a:r>
            <a:r>
              <a:rPr dirty="0" err="1"/>
              <a:t>nulla</a:t>
            </a:r>
            <a:r>
              <a:rPr dirty="0"/>
              <a:t> </a:t>
            </a:r>
            <a:r>
              <a:rPr dirty="0" err="1"/>
              <a:t>pariatur</a:t>
            </a:r>
            <a:r>
              <a:rPr dirty="0"/>
              <a:t>. </a:t>
            </a:r>
            <a:r>
              <a:rPr dirty="0" err="1"/>
              <a:t>Excepteur</a:t>
            </a:r>
            <a:r>
              <a:rPr dirty="0"/>
              <a:t> </a:t>
            </a:r>
            <a:r>
              <a:rPr dirty="0" err="1"/>
              <a:t>sint</a:t>
            </a:r>
            <a:r>
              <a:rPr dirty="0"/>
              <a:t> </a:t>
            </a:r>
            <a:r>
              <a:rPr dirty="0" err="1"/>
              <a:t>occaecat</a:t>
            </a:r>
            <a:r>
              <a:rPr dirty="0"/>
              <a:t> </a:t>
            </a:r>
            <a:r>
              <a:rPr dirty="0" err="1"/>
              <a:t>cupidatat</a:t>
            </a:r>
            <a:r>
              <a:rPr dirty="0"/>
              <a:t> non </a:t>
            </a:r>
            <a:r>
              <a:rPr dirty="0" err="1"/>
              <a:t>proident</a:t>
            </a:r>
            <a:r>
              <a:rPr dirty="0"/>
              <a:t>, sunt in culpa qui </a:t>
            </a:r>
            <a:r>
              <a:rPr dirty="0" err="1"/>
              <a:t>officia</a:t>
            </a:r>
            <a:r>
              <a:rPr dirty="0"/>
              <a:t> </a:t>
            </a:r>
            <a:r>
              <a:rPr dirty="0" err="1"/>
              <a:t>deserunt</a:t>
            </a:r>
            <a:r>
              <a:rPr dirty="0"/>
              <a:t> </a:t>
            </a:r>
            <a:r>
              <a:rPr dirty="0" err="1"/>
              <a:t>mollit</a:t>
            </a:r>
            <a:r>
              <a:rPr dirty="0"/>
              <a:t> </a:t>
            </a:r>
            <a:r>
              <a:rPr dirty="0" err="1"/>
              <a:t>anim</a:t>
            </a:r>
            <a:r>
              <a:rPr dirty="0"/>
              <a:t> id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laborum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Sed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perspiciatis</a:t>
            </a:r>
            <a:r>
              <a:rPr dirty="0"/>
              <a:t> </a:t>
            </a:r>
            <a:r>
              <a:rPr dirty="0" err="1"/>
              <a:t>unde</a:t>
            </a:r>
            <a:r>
              <a:rPr dirty="0"/>
              <a:t> </a:t>
            </a:r>
            <a:r>
              <a:rPr dirty="0" err="1"/>
              <a:t>omnis</a:t>
            </a:r>
            <a:r>
              <a:rPr dirty="0"/>
              <a:t> </a:t>
            </a:r>
            <a:r>
              <a:rPr dirty="0" err="1"/>
              <a:t>iste</a:t>
            </a:r>
            <a:r>
              <a:rPr dirty="0"/>
              <a:t> </a:t>
            </a:r>
            <a:r>
              <a:rPr dirty="0" err="1"/>
              <a:t>natus</a:t>
            </a:r>
            <a:r>
              <a:rPr dirty="0"/>
              <a:t> error sit </a:t>
            </a:r>
            <a:r>
              <a:rPr dirty="0" err="1"/>
              <a:t>voluptatem</a:t>
            </a:r>
            <a:r>
              <a:rPr dirty="0"/>
              <a:t> </a:t>
            </a:r>
            <a:r>
              <a:rPr dirty="0" err="1"/>
              <a:t>accusantium</a:t>
            </a:r>
            <a:r>
              <a:rPr dirty="0"/>
              <a:t> </a:t>
            </a:r>
            <a:r>
              <a:rPr dirty="0" err="1"/>
              <a:t>doloremque</a:t>
            </a:r>
            <a:r>
              <a:rPr dirty="0"/>
              <a:t> </a:t>
            </a:r>
            <a:r>
              <a:rPr dirty="0" err="1"/>
              <a:t>laudantium</a:t>
            </a:r>
            <a:r>
              <a:rPr dirty="0"/>
              <a:t>, </a:t>
            </a:r>
            <a:r>
              <a:rPr dirty="0" err="1"/>
              <a:t>totam</a:t>
            </a:r>
            <a:r>
              <a:rPr dirty="0"/>
              <a:t> rem </a:t>
            </a:r>
            <a:r>
              <a:rPr dirty="0" err="1"/>
              <a:t>aperiam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7024" y="914400"/>
            <a:ext cx="3200400" cy="548640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08896" y="1097280"/>
            <a:ext cx="2743200" cy="1371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t>Ad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651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Related Articles</a:t>
            </a:r>
          </a:p>
          <a:p>
            <a:pPr>
              <a:defRPr sz="1000">
                <a:latin typeface="Arial"/>
              </a:defRPr>
            </a:pPr>
            <a:r>
              <a:t>- Article 1</a:t>
            </a:r>
          </a:p>
          <a:p>
            <a:pPr>
              <a:defRPr sz="1000">
                <a:latin typeface="Arial"/>
              </a:defRPr>
            </a:pPr>
            <a:r>
              <a:t>- Article 2</a:t>
            </a:r>
          </a:p>
          <a:p>
            <a:pPr>
              <a:defRPr sz="1000">
                <a:latin typeface="Arial"/>
              </a:defRPr>
            </a:pPr>
            <a:r>
              <a:t>- Article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5669280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Arial"/>
              </a:defRPr>
            </a:pPr>
            <a:r>
              <a:rPr dirty="0"/>
              <a:t>Follow Us</a:t>
            </a:r>
          </a:p>
          <a:p>
            <a:pPr>
              <a:defRPr sz="1000">
                <a:latin typeface="Arial"/>
              </a:defRPr>
            </a:pPr>
            <a:r>
              <a:rPr dirty="0"/>
              <a:t>Twitter | Facebook | Instagram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98" y="274320"/>
            <a:ext cx="3017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rial"/>
              </a:defRPr>
            </a:pPr>
            <a:r>
              <a:rPr dirty="0"/>
              <a:t>Home | About | Contact | Blog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Article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78372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rPr dirty="0"/>
              <a:t>Lorem ipsum dolor sit </a:t>
            </a:r>
            <a:r>
              <a:rPr dirty="0" err="1"/>
              <a:t>amet</a:t>
            </a:r>
            <a:r>
              <a:rPr dirty="0"/>
              <a:t>, </a:t>
            </a:r>
            <a:r>
              <a:rPr dirty="0" err="1"/>
              <a:t>consectetur</a:t>
            </a:r>
            <a:r>
              <a:rPr dirty="0"/>
              <a:t> </a:t>
            </a:r>
            <a:r>
              <a:rPr dirty="0" err="1"/>
              <a:t>adipiscing</a:t>
            </a:r>
            <a:r>
              <a:rPr dirty="0"/>
              <a:t> </a:t>
            </a:r>
            <a:r>
              <a:rPr dirty="0" err="1"/>
              <a:t>elit</a:t>
            </a:r>
            <a:r>
              <a:rPr dirty="0"/>
              <a:t>. Sed do </a:t>
            </a:r>
            <a:r>
              <a:rPr dirty="0" err="1"/>
              <a:t>eiusmod</a:t>
            </a:r>
            <a:r>
              <a:rPr dirty="0"/>
              <a:t> </a:t>
            </a:r>
            <a:r>
              <a:rPr dirty="0" err="1"/>
              <a:t>tempor</a:t>
            </a:r>
            <a:r>
              <a:rPr dirty="0"/>
              <a:t> </a:t>
            </a:r>
            <a:r>
              <a:rPr dirty="0" err="1"/>
              <a:t>incididunt</a:t>
            </a:r>
            <a:r>
              <a:rPr dirty="0"/>
              <a:t> </a:t>
            </a:r>
            <a:r>
              <a:rPr dirty="0" err="1"/>
              <a:t>ut</a:t>
            </a:r>
            <a:r>
              <a:rPr dirty="0"/>
              <a:t> labore et dolore magna </a:t>
            </a:r>
            <a:r>
              <a:rPr dirty="0" err="1"/>
              <a:t>aliqua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endParaRPr lang="en-US" dirty="0"/>
          </a:p>
          <a:p>
            <a:pPr>
              <a:defRPr sz="1800">
                <a:latin typeface="Arial"/>
              </a:defRPr>
            </a:pPr>
            <a:endParaRPr lang="en-US" dirty="0"/>
          </a:p>
          <a:p>
            <a:pPr>
              <a:defRPr sz="1800">
                <a:latin typeface="Arial"/>
              </a:defRPr>
            </a:pPr>
            <a:r>
              <a:rPr dirty="0"/>
              <a:t>Ut </a:t>
            </a:r>
            <a:r>
              <a:rPr dirty="0" err="1"/>
              <a:t>enim</a:t>
            </a:r>
            <a:r>
              <a:rPr dirty="0"/>
              <a:t> ad minim </a:t>
            </a:r>
            <a:r>
              <a:rPr dirty="0" err="1"/>
              <a:t>veniam</a:t>
            </a:r>
            <a:r>
              <a:rPr dirty="0"/>
              <a:t>, </a:t>
            </a:r>
            <a:r>
              <a:rPr dirty="0" err="1"/>
              <a:t>quis</a:t>
            </a:r>
            <a:r>
              <a:rPr dirty="0"/>
              <a:t> </a:t>
            </a:r>
            <a:r>
              <a:rPr dirty="0" err="1"/>
              <a:t>nostrud</a:t>
            </a:r>
            <a:r>
              <a:rPr dirty="0"/>
              <a:t> exercitation </a:t>
            </a:r>
            <a:r>
              <a:rPr dirty="0" err="1"/>
              <a:t>ullamco</a:t>
            </a:r>
            <a:r>
              <a:rPr dirty="0"/>
              <a:t> </a:t>
            </a:r>
            <a:r>
              <a:rPr dirty="0" err="1"/>
              <a:t>laboris</a:t>
            </a:r>
            <a:r>
              <a:rPr dirty="0"/>
              <a:t> nisi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aliquip</a:t>
            </a:r>
            <a:r>
              <a:rPr dirty="0"/>
              <a:t> ex </a:t>
            </a:r>
            <a:r>
              <a:rPr dirty="0" err="1"/>
              <a:t>ea</a:t>
            </a:r>
            <a:r>
              <a:rPr dirty="0"/>
              <a:t> </a:t>
            </a:r>
            <a:r>
              <a:rPr dirty="0" err="1"/>
              <a:t>commodo</a:t>
            </a:r>
            <a:r>
              <a:rPr dirty="0"/>
              <a:t> </a:t>
            </a:r>
            <a:r>
              <a:rPr dirty="0" err="1"/>
              <a:t>consequat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2615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rial"/>
              </a:defRPr>
            </a:pPr>
            <a:r>
              <a:rPr dirty="0"/>
              <a:t>Subheading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4056751"/>
            <a:ext cx="2743200" cy="1828800"/>
          </a:xfrm>
          <a:prstGeom prst="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097280"/>
            <a:ext cx="3044952" cy="5486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0" y="13716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Arial"/>
              </a:defRPr>
            </a:pPr>
            <a:r>
              <a:t>Recent Posts</a:t>
            </a:r>
          </a:p>
          <a:p>
            <a:pPr>
              <a:defRPr sz="1400">
                <a:latin typeface="Arial"/>
              </a:defRPr>
            </a:pPr>
            <a:r>
              <a:t>- Post 1</a:t>
            </a:r>
          </a:p>
          <a:p>
            <a:pPr>
              <a:defRPr sz="1400">
                <a:latin typeface="Arial"/>
              </a:defRPr>
            </a:pPr>
            <a:r>
              <a:t>- Post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71704" y="5784317"/>
            <a:ext cx="1979676" cy="6400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Subscribe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195</Words>
  <Application>Microsoft Office PowerPoint</Application>
  <PresentationFormat>On-screen Show 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Sadia Arfin</cp:lastModifiedBy>
  <cp:revision>4</cp:revision>
  <dcterms:created xsi:type="dcterms:W3CDTF">2013-01-27T09:14:16Z</dcterms:created>
  <dcterms:modified xsi:type="dcterms:W3CDTF">2025-10-24T16:50:28Z</dcterms:modified>
  <cp:category/>
</cp:coreProperties>
</file>